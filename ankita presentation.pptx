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8206560" cy="24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title text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format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2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861035-1BD7-407D-A4B9-8837BB76EE93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4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12538440" cy="12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ic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tl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xt 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14400" y="2365920"/>
            <a:ext cx="16458840" cy="67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D6F0C4-F031-4D8D-9FE1-C03ECCA3EBCE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g object 16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12538440" cy="12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914400" y="2365920"/>
            <a:ext cx="795492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9418320" y="2365920"/>
            <a:ext cx="795492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7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8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671015-D607-4560-89E5-3203CEED08A8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g object 16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12538440" cy="12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FFFBB5-F51F-49B6-9A99-6628C5A44F2E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 object 16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ftr" idx="13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4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E3B851-9674-41CC-B272-5141A21DD5FE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899136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object 3"/>
          <p:cNvSpPr/>
          <p:nvPr/>
        </p:nvSpPr>
        <p:spPr>
          <a:xfrm>
            <a:off x="10744200" y="750600"/>
            <a:ext cx="466200" cy="416160"/>
          </a:xfrm>
          <a:custGeom>
            <a:avLst/>
            <a:gdLst>
              <a:gd name="textAreaLeft" fmla="*/ 0 w 466200"/>
              <a:gd name="textAreaRight" fmla="*/ 466560 w 466200"/>
              <a:gd name="textAreaTop" fmla="*/ 0 h 416160"/>
              <a:gd name="textAreaBottom" fmla="*/ 416520 h 416160"/>
            </a:gdLst>
            <a:ahLst/>
            <a:cxnLst/>
            <a:rect l="textAreaLeft" t="textAreaTop" r="textAreaRight" b="textAreaBottom"/>
            <a:pathLst>
              <a:path w="466725" h="416559">
                <a:moveTo>
                  <a:pt x="466725" y="176744"/>
                </a:moveTo>
                <a:lnTo>
                  <a:pt x="465750" y="136554"/>
                </a:lnTo>
                <a:lnTo>
                  <a:pt x="431234" y="115153"/>
                </a:lnTo>
                <a:lnTo>
                  <a:pt x="428647" y="115153"/>
                </a:lnTo>
                <a:lnTo>
                  <a:pt x="402062" y="124982"/>
                </a:lnTo>
                <a:lnTo>
                  <a:pt x="346883" y="169773"/>
                </a:lnTo>
                <a:lnTo>
                  <a:pt x="405152" y="63045"/>
                </a:lnTo>
                <a:lnTo>
                  <a:pt x="407403" y="59133"/>
                </a:lnTo>
                <a:lnTo>
                  <a:pt x="408982" y="54966"/>
                </a:lnTo>
                <a:lnTo>
                  <a:pt x="411328" y="43495"/>
                </a:lnTo>
                <a:lnTo>
                  <a:pt x="411015" y="36602"/>
                </a:lnTo>
                <a:lnTo>
                  <a:pt x="406885" y="22974"/>
                </a:lnTo>
                <a:lnTo>
                  <a:pt x="368975" y="0"/>
                </a:lnTo>
                <a:lnTo>
                  <a:pt x="368615" y="0"/>
                </a:lnTo>
                <a:lnTo>
                  <a:pt x="199183" y="154486"/>
                </a:lnTo>
                <a:lnTo>
                  <a:pt x="239595" y="73925"/>
                </a:lnTo>
                <a:lnTo>
                  <a:pt x="244524" y="54022"/>
                </a:lnTo>
                <a:lnTo>
                  <a:pt x="243927" y="46669"/>
                </a:lnTo>
                <a:lnTo>
                  <a:pt x="214794" y="13421"/>
                </a:lnTo>
                <a:lnTo>
                  <a:pt x="202433" y="12074"/>
                </a:lnTo>
                <a:lnTo>
                  <a:pt x="194222" y="12086"/>
                </a:lnTo>
                <a:lnTo>
                  <a:pt x="175024" y="22357"/>
                </a:lnTo>
                <a:lnTo>
                  <a:pt x="36649" y="137260"/>
                </a:lnTo>
                <a:lnTo>
                  <a:pt x="33207" y="141503"/>
                </a:lnTo>
                <a:lnTo>
                  <a:pt x="28013" y="151358"/>
                </a:lnTo>
                <a:lnTo>
                  <a:pt x="26458" y="156595"/>
                </a:lnTo>
                <a:lnTo>
                  <a:pt x="25431" y="167688"/>
                </a:lnTo>
                <a:lnTo>
                  <a:pt x="25998" y="173122"/>
                </a:lnTo>
                <a:lnTo>
                  <a:pt x="63141" y="208576"/>
                </a:lnTo>
                <a:lnTo>
                  <a:pt x="71079" y="208701"/>
                </a:lnTo>
                <a:lnTo>
                  <a:pt x="79053" y="206480"/>
                </a:lnTo>
                <a:lnTo>
                  <a:pt x="4966" y="354181"/>
                </a:lnTo>
                <a:lnTo>
                  <a:pt x="2822" y="358184"/>
                </a:lnTo>
                <a:lnTo>
                  <a:pt x="1369" y="362423"/>
                </a:lnTo>
                <a:lnTo>
                  <a:pt x="606" y="366900"/>
                </a:lnTo>
                <a:lnTo>
                  <a:pt x="606" y="367089"/>
                </a:lnTo>
                <a:lnTo>
                  <a:pt x="223" y="369399"/>
                </a:lnTo>
                <a:lnTo>
                  <a:pt x="0" y="371724"/>
                </a:lnTo>
                <a:lnTo>
                  <a:pt x="0" y="374065"/>
                </a:lnTo>
                <a:lnTo>
                  <a:pt x="784" y="382522"/>
                </a:lnTo>
                <a:lnTo>
                  <a:pt x="30775" y="414547"/>
                </a:lnTo>
                <a:lnTo>
                  <a:pt x="37910" y="415823"/>
                </a:lnTo>
                <a:lnTo>
                  <a:pt x="38280" y="415823"/>
                </a:lnTo>
                <a:lnTo>
                  <a:pt x="39521" y="415928"/>
                </a:lnTo>
                <a:lnTo>
                  <a:pt x="40754" y="415985"/>
                </a:lnTo>
                <a:lnTo>
                  <a:pt x="41986" y="415985"/>
                </a:lnTo>
                <a:lnTo>
                  <a:pt x="188122" y="285439"/>
                </a:lnTo>
                <a:lnTo>
                  <a:pt x="171384" y="316109"/>
                </a:lnTo>
                <a:lnTo>
                  <a:pt x="167203" y="323340"/>
                </a:lnTo>
                <a:lnTo>
                  <a:pt x="165341" y="331127"/>
                </a:lnTo>
                <a:lnTo>
                  <a:pt x="166256" y="347809"/>
                </a:lnTo>
                <a:lnTo>
                  <a:pt x="197647" y="377894"/>
                </a:lnTo>
                <a:lnTo>
                  <a:pt x="204226" y="379100"/>
                </a:lnTo>
                <a:lnTo>
                  <a:pt x="207589" y="379097"/>
                </a:lnTo>
                <a:lnTo>
                  <a:pt x="341879" y="282018"/>
                </a:lnTo>
                <a:lnTo>
                  <a:pt x="325133" y="331048"/>
                </a:lnTo>
                <a:lnTo>
                  <a:pt x="324411" y="336463"/>
                </a:lnTo>
                <a:lnTo>
                  <a:pt x="325121" y="347581"/>
                </a:lnTo>
                <a:lnTo>
                  <a:pt x="326527" y="352860"/>
                </a:lnTo>
                <a:lnTo>
                  <a:pt x="353119" y="379098"/>
                </a:lnTo>
                <a:lnTo>
                  <a:pt x="358394" y="380922"/>
                </a:lnTo>
                <a:lnTo>
                  <a:pt x="363818" y="381666"/>
                </a:lnTo>
                <a:lnTo>
                  <a:pt x="374961" y="380992"/>
                </a:lnTo>
                <a:lnTo>
                  <a:pt x="380255" y="379599"/>
                </a:lnTo>
                <a:lnTo>
                  <a:pt x="390288" y="374703"/>
                </a:lnTo>
                <a:lnTo>
                  <a:pt x="394644" y="371387"/>
                </a:lnTo>
                <a:lnTo>
                  <a:pt x="402033" y="363019"/>
                </a:lnTo>
                <a:lnTo>
                  <a:pt x="404784" y="358286"/>
                </a:lnTo>
                <a:lnTo>
                  <a:pt x="466725" y="176744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1328120" y="613080"/>
            <a:ext cx="2159280" cy="614880"/>
          </a:xfrm>
          <a:prstGeom prst="rect">
            <a:avLst/>
          </a:prstGeom>
          <a:noFill/>
          <a:ln w="0">
            <a:noFill/>
          </a:ln>
        </p:spPr>
        <p:txBody>
          <a:bodyPr lIns="0" rIns="0" tIns="140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111"/>
              </a:spcBef>
              <a:buNone/>
            </a:pPr>
            <a:r>
              <a:rPr b="0" lang="en-US" sz="3850" spc="-139" strike="noStrike" u="none">
                <a:solidFill>
                  <a:srgbClr val="7eb8e3"/>
                </a:solidFill>
                <a:effectLst/>
                <a:uFillTx/>
                <a:latin typeface="Georgia"/>
              </a:rPr>
              <a:t>Grastech</a:t>
            </a:r>
            <a:endParaRPr b="0" lang="en-US" sz="38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object 5"/>
          <p:cNvSpPr/>
          <p:nvPr/>
        </p:nvSpPr>
        <p:spPr>
          <a:xfrm>
            <a:off x="10721880" y="1473120"/>
            <a:ext cx="5961600" cy="37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6560" bIns="0" anchor="t">
            <a:spAutoFit/>
          </a:bodyPr>
          <a:p>
            <a:pPr marL="12600">
              <a:lnSpc>
                <a:spcPts val="10429"/>
              </a:lnSpc>
              <a:spcBef>
                <a:spcPts val="2256"/>
              </a:spcBef>
            </a:pPr>
            <a:r>
              <a:rPr b="0" lang="en-US" sz="10500" spc="-295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Industrial </a:t>
            </a:r>
            <a:r>
              <a:rPr b="0" lang="en-US" sz="10500" spc="-7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Training</a:t>
            </a:r>
            <a:endParaRPr b="0" lang="en-US" sz="10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00"/>
              </a:spcBef>
            </a:pPr>
            <a:r>
              <a:rPr b="0" lang="en-US" sz="3600" spc="13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ANKITA</a:t>
            </a:r>
            <a:r>
              <a:rPr b="0" lang="en-US" sz="3600" spc="74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,</a:t>
            </a:r>
            <a:r>
              <a:rPr b="0" lang="en-US" sz="3600" spc="15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 </a:t>
            </a:r>
            <a:r>
              <a:rPr b="0" lang="en-US" sz="3600" spc="224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BBD</a:t>
            </a:r>
            <a:r>
              <a:rPr b="0" lang="en-US" sz="3600" spc="15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 </a:t>
            </a:r>
            <a:r>
              <a:rPr b="0" lang="en-US" sz="3600" spc="156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University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object 6"/>
          <p:cNvSpPr/>
          <p:nvPr/>
        </p:nvSpPr>
        <p:spPr>
          <a:xfrm>
            <a:off x="10731600" y="8513280"/>
            <a:ext cx="2351520" cy="15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7640" bIns="0" anchor="t">
            <a:spAutoFit/>
          </a:bodyPr>
          <a:p>
            <a:pPr marL="12600">
              <a:lnSpc>
                <a:spcPct val="100000"/>
              </a:lnSpc>
              <a:spcBef>
                <a:spcPts val="1556"/>
              </a:spcBef>
            </a:pPr>
            <a:r>
              <a:rPr b="1" lang="en-US" sz="2600" spc="21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PRESENTED</a:t>
            </a:r>
            <a:r>
              <a:rPr b="1" lang="en-US" sz="2600" spc="6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 </a:t>
            </a:r>
            <a:r>
              <a:rPr b="1" lang="en-US" sz="2600" spc="156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BY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36"/>
              </a:spcBef>
            </a:pPr>
            <a:r>
              <a:rPr b="0" lang="en-US" sz="22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ANKITA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36"/>
              </a:spcBef>
            </a:pPr>
            <a:r>
              <a:rPr b="0" lang="en-US" sz="22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1220432130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object 2" descr=""/>
          <p:cNvPicPr/>
          <p:nvPr/>
        </p:nvPicPr>
        <p:blipFill>
          <a:blip r:embed="rId1"/>
          <a:stretch/>
        </p:blipFill>
        <p:spPr>
          <a:xfrm>
            <a:off x="10734840" y="0"/>
            <a:ext cx="75528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54120" y="457200"/>
            <a:ext cx="8947080" cy="2450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0" spc="-139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About</a:t>
            </a:r>
            <a:r>
              <a:rPr b="0" lang="en-US" sz="8000" spc="-33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36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the</a:t>
            </a:r>
            <a:r>
              <a:rPr b="0" lang="en-US" sz="8000" spc="-33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19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Training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object 4"/>
          <p:cNvSpPr/>
          <p:nvPr/>
        </p:nvSpPr>
        <p:spPr>
          <a:xfrm>
            <a:off x="699480" y="2073960"/>
            <a:ext cx="798732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The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training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spanned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two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months,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focusing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on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Full</a:t>
            </a:r>
            <a:r>
              <a:rPr b="1" lang="en-US" sz="2100" spc="3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22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Stack</a:t>
            </a:r>
            <a:r>
              <a:rPr b="1" lang="en-US" sz="2100" spc="3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Web </a:t>
            </a:r>
            <a:r>
              <a:rPr b="1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Development</a:t>
            </a:r>
            <a:r>
              <a:rPr b="1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with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the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MERN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stack,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equipping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6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me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with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vital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skills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through </a:t>
            </a:r>
            <a:r>
              <a:rPr b="0" lang="en-US" sz="2100" spc="1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hands-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on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projects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real-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world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scenarios.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ject 2" descr=""/>
          <p:cNvPicPr/>
          <p:nvPr/>
        </p:nvPicPr>
        <p:blipFill>
          <a:blip r:embed="rId1"/>
          <a:stretch/>
        </p:blipFill>
        <p:spPr>
          <a:xfrm>
            <a:off x="10734840" y="0"/>
            <a:ext cx="75528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871848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0" spc="-16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Grastech</a:t>
            </a:r>
            <a:r>
              <a:rPr b="0" lang="en-US" sz="8000" spc="-286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79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Overview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object 4"/>
          <p:cNvSpPr/>
          <p:nvPr/>
        </p:nvSpPr>
        <p:spPr>
          <a:xfrm>
            <a:off x="654120" y="2157120"/>
            <a:ext cx="829836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Grastech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excels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3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professional</a:t>
            </a:r>
            <a:r>
              <a:rPr b="1" lang="en-US" sz="2100" spc="4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training</a:t>
            </a:r>
            <a:r>
              <a:rPr b="1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development,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6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offering </a:t>
            </a:r>
            <a:r>
              <a:rPr b="0" lang="en-US" sz="2100" spc="1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hands-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on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learning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experiences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across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various </a:t>
            </a:r>
            <a:r>
              <a:rPr b="0" lang="en-US" sz="2100" spc="15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tech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6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fields,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ensuring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students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gain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vital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skills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for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today's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industry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demands.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object 2" descr=""/>
          <p:cNvPicPr/>
          <p:nvPr/>
        </p:nvPicPr>
        <p:blipFill>
          <a:blip r:embed="rId1"/>
          <a:stretch/>
        </p:blipFill>
        <p:spPr>
          <a:xfrm>
            <a:off x="10734840" y="0"/>
            <a:ext cx="75528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5520240" cy="2567160"/>
          </a:xfrm>
          <a:prstGeom prst="rect">
            <a:avLst/>
          </a:prstGeom>
          <a:noFill/>
          <a:ln w="0">
            <a:noFill/>
          </a:ln>
        </p:spPr>
        <p:txBody>
          <a:bodyPr lIns="0" rIns="0" tIns="128880" bIns="0" anchor="t">
            <a:spAutoFit/>
          </a:bodyPr>
          <a:p>
            <a:pPr marL="12600" indent="0">
              <a:lnSpc>
                <a:spcPts val="8779"/>
              </a:lnSpc>
              <a:spcBef>
                <a:spcPts val="1015"/>
              </a:spcBef>
              <a:buNone/>
            </a:pPr>
            <a:r>
              <a:rPr b="0" lang="en-US" sz="8000" spc="-16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Objectives</a:t>
            </a:r>
            <a:r>
              <a:rPr b="0" lang="en-US" sz="8000" spc="-261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281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of </a:t>
            </a:r>
            <a:r>
              <a:rPr b="0" lang="en-US" sz="8000" spc="-3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Training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object 4"/>
          <p:cNvSpPr/>
          <p:nvPr/>
        </p:nvSpPr>
        <p:spPr>
          <a:xfrm>
            <a:off x="654120" y="3271320"/>
            <a:ext cx="821088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The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training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aimed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to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provide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8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practical</a:t>
            </a:r>
            <a:r>
              <a:rPr b="1" lang="en-US" sz="2100" spc="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7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exposure</a:t>
            </a:r>
            <a:r>
              <a:rPr b="1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to </a:t>
            </a:r>
            <a:r>
              <a:rPr b="0" lang="en-US" sz="210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full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stack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web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development,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focusing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on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frontend,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backend,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database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integration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while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enhancing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problem-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solving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project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management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skills.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ject 2" descr=""/>
          <p:cNvPicPr/>
          <p:nvPr/>
        </p:nvPicPr>
        <p:blipFill>
          <a:blip r:embed="rId1"/>
          <a:stretch/>
        </p:blipFill>
        <p:spPr>
          <a:xfrm>
            <a:off x="10734840" y="0"/>
            <a:ext cx="75528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object 3" descr="$PPTXTitle"/>
          <p:cNvSpPr/>
          <p:nvPr/>
        </p:nvSpPr>
        <p:spPr>
          <a:xfrm rot="21585600">
            <a:off x="673560" y="695880"/>
            <a:ext cx="6417720" cy="23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8880" bIns="0" anchor="t">
            <a:spAutoFit/>
          </a:bodyPr>
          <a:p>
            <a:pPr marL="12600">
              <a:lnSpc>
                <a:spcPts val="8779"/>
              </a:lnSpc>
              <a:spcBef>
                <a:spcPts val="1015"/>
              </a:spcBef>
            </a:pPr>
            <a:r>
              <a:rPr b="0" lang="en-US" sz="8000" spc="-145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Tools</a:t>
            </a:r>
            <a:r>
              <a:rPr b="0" lang="en-US" sz="8000" spc="-30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26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and </a:t>
            </a:r>
            <a:r>
              <a:rPr b="0" lang="en-US" sz="8000" spc="-19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Technologies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object 4"/>
          <p:cNvSpPr/>
          <p:nvPr/>
        </p:nvSpPr>
        <p:spPr>
          <a:xfrm>
            <a:off x="654120" y="3271320"/>
            <a:ext cx="8003880" cy="11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This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section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outlines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the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essential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tools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technologies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utilized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for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full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stack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development,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focusing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on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frontend,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backend,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 </a:t>
            </a:r>
            <a:r>
              <a:rPr b="0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database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integration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to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create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6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dynamic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web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applications.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2"/>
          <p:cNvSpPr/>
          <p:nvPr/>
        </p:nvSpPr>
        <p:spPr>
          <a:xfrm>
            <a:off x="0" y="0"/>
            <a:ext cx="10734480" cy="10286640"/>
          </a:xfrm>
          <a:custGeom>
            <a:avLst/>
            <a:gdLst>
              <a:gd name="textAreaLeft" fmla="*/ 0 w 10734480"/>
              <a:gd name="textAreaRight" fmla="*/ 10734840 w 1073448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0734675" h="10287000">
                <a:moveTo>
                  <a:pt x="1073467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0734674" y="0"/>
                </a:lnTo>
                <a:lnTo>
                  <a:pt x="10734674" y="10286999"/>
                </a:lnTo>
                <a:close/>
              </a:path>
            </a:pathLst>
          </a:custGeom>
          <a:solidFill>
            <a:srgbClr val="3682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7095600" cy="2359800"/>
          </a:xfrm>
          <a:prstGeom prst="rect">
            <a:avLst/>
          </a:prstGeom>
          <a:noFill/>
          <a:ln w="0">
            <a:noFill/>
          </a:ln>
        </p:spPr>
        <p:txBody>
          <a:bodyPr lIns="0" rIns="0" tIns="128880" bIns="0" anchor="t">
            <a:spAutoFit/>
          </a:bodyPr>
          <a:p>
            <a:pPr marL="12600" indent="0">
              <a:lnSpc>
                <a:spcPts val="8779"/>
              </a:lnSpc>
              <a:spcBef>
                <a:spcPts val="1015"/>
              </a:spcBef>
              <a:buNone/>
            </a:pPr>
            <a:r>
              <a:rPr b="0" lang="en-US" sz="8000" spc="-19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Project</a:t>
            </a:r>
            <a:r>
              <a:rPr b="0" lang="en-US" sz="8000" spc="-16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346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1:</a:t>
            </a:r>
            <a:r>
              <a:rPr b="0" lang="en-US" sz="8000" spc="-159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13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Travel </a:t>
            </a:r>
            <a:r>
              <a:rPr b="0" lang="en-US" sz="8000" spc="-7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Adventure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object 4"/>
          <p:cNvSpPr/>
          <p:nvPr/>
        </p:nvSpPr>
        <p:spPr>
          <a:xfrm>
            <a:off x="654120" y="4014360"/>
            <a:ext cx="301068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3760" bIns="0" anchor="t">
            <a:spAutoFit/>
          </a:bodyPr>
          <a:p>
            <a:pPr marL="12600">
              <a:lnSpc>
                <a:spcPct val="100000"/>
              </a:lnSpc>
              <a:spcBef>
                <a:spcPts val="1604"/>
              </a:spcBef>
            </a:pPr>
            <a:r>
              <a:rPr b="1" lang="en-US" sz="2600" spc="1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APP</a:t>
            </a:r>
            <a:r>
              <a:rPr b="1" lang="en-US" sz="2600" spc="3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600" spc="17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INTERFACE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16"/>
              </a:spcBef>
            </a:pPr>
            <a:r>
              <a:rPr b="0" lang="en-US" sz="2100" spc="16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User-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friendly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design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00"/>
              </a:spcBef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en-US" sz="2600" spc="20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BOOKING</a:t>
            </a:r>
            <a:r>
              <a:rPr b="1" lang="en-US" sz="2600" spc="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600" spc="17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MODULE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16"/>
              </a:spcBef>
            </a:pPr>
            <a:r>
              <a:rPr b="0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Seamless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experience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35"/>
              </a:spcBef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en-US" sz="2600" spc="18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USER</a:t>
            </a:r>
            <a:r>
              <a:rPr b="1" lang="en-US" sz="2600" spc="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600" spc="18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DASHBOARD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16"/>
              </a:spcBef>
            </a:pPr>
            <a:r>
              <a:rPr b="0" lang="en-US" sz="2100" spc="13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Real-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time </a:t>
            </a:r>
            <a:r>
              <a:rPr b="0" lang="en-US" sz="2100" spc="13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updates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object 5" descr=""/>
          <p:cNvPicPr/>
          <p:nvPr/>
        </p:nvPicPr>
        <p:blipFill>
          <a:blip r:embed="rId1"/>
          <a:stretch/>
        </p:blipFill>
        <p:spPr>
          <a:xfrm>
            <a:off x="14296680" y="1735560"/>
            <a:ext cx="4009680" cy="62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object 6" descr=""/>
          <p:cNvPicPr/>
          <p:nvPr/>
        </p:nvPicPr>
        <p:blipFill>
          <a:blip r:embed="rId2"/>
          <a:stretch/>
        </p:blipFill>
        <p:spPr>
          <a:xfrm>
            <a:off x="10287000" y="1735560"/>
            <a:ext cx="4009680" cy="62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object 7" descr=""/>
          <p:cNvPicPr/>
          <p:nvPr/>
        </p:nvPicPr>
        <p:blipFill>
          <a:blip r:embed="rId3"/>
          <a:stretch/>
        </p:blipFill>
        <p:spPr>
          <a:xfrm>
            <a:off x="6277320" y="1735560"/>
            <a:ext cx="4009680" cy="626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2"/>
          <p:cNvSpPr/>
          <p:nvPr/>
        </p:nvSpPr>
        <p:spPr>
          <a:xfrm>
            <a:off x="0" y="0"/>
            <a:ext cx="10734480" cy="10286640"/>
          </a:xfrm>
          <a:custGeom>
            <a:avLst/>
            <a:gdLst>
              <a:gd name="textAreaLeft" fmla="*/ 0 w 10734480"/>
              <a:gd name="textAreaRight" fmla="*/ 10734840 w 1073448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0734675" h="10287000">
                <a:moveTo>
                  <a:pt x="1073467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0734674" y="0"/>
                </a:lnTo>
                <a:lnTo>
                  <a:pt x="10734674" y="10286999"/>
                </a:lnTo>
                <a:close/>
              </a:path>
            </a:pathLst>
          </a:custGeom>
          <a:solidFill>
            <a:srgbClr val="3682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1253844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0" spc="-20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Weather</a:t>
            </a:r>
            <a:r>
              <a:rPr b="0" lang="en-US" sz="8000" spc="-281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79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App</a:t>
            </a:r>
            <a:r>
              <a:rPr b="0" lang="en-US" sz="8000" spc="-38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45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Features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object 4"/>
          <p:cNvSpPr/>
          <p:nvPr/>
        </p:nvSpPr>
        <p:spPr>
          <a:xfrm>
            <a:off x="654120" y="4014360"/>
            <a:ext cx="335376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3760" bIns="0" anchor="t">
            <a:spAutoFit/>
          </a:bodyPr>
          <a:p>
            <a:pPr marL="12600">
              <a:lnSpc>
                <a:spcPct val="100000"/>
              </a:lnSpc>
              <a:spcBef>
                <a:spcPts val="1604"/>
              </a:spcBef>
            </a:pPr>
            <a:r>
              <a:rPr b="1" lang="en-US" sz="2600" spc="24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REAL-</a:t>
            </a:r>
            <a:r>
              <a:rPr b="1" lang="en-US" sz="26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TIME</a:t>
            </a:r>
            <a:r>
              <a:rPr b="1" lang="en-US" sz="2600" spc="3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600" spc="15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UPDATES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16"/>
              </a:spcBef>
            </a:pP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Live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data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00"/>
              </a:spcBef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en-US" sz="2600" spc="28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CITY-</a:t>
            </a:r>
            <a:r>
              <a:rPr b="1" lang="en-US" sz="2600" spc="22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BASED</a:t>
            </a:r>
            <a:r>
              <a:rPr b="1" lang="en-US" sz="2600" spc="5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600" spc="26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SEARCH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16"/>
              </a:spcBef>
            </a:pP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Location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queries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35"/>
              </a:spcBef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en-US" sz="2600" spc="21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RESPONSIVE</a:t>
            </a:r>
            <a:r>
              <a:rPr b="1" lang="en-US" sz="2600" spc="3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600" spc="19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DESIGN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16"/>
              </a:spcBef>
            </a:pP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Mobile-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friendly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layout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object 5" descr=""/>
          <p:cNvPicPr/>
          <p:nvPr/>
        </p:nvPicPr>
        <p:blipFill>
          <a:blip r:embed="rId1"/>
          <a:stretch/>
        </p:blipFill>
        <p:spPr>
          <a:xfrm>
            <a:off x="13611240" y="3352680"/>
            <a:ext cx="4009680" cy="6265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" name="object 6"/>
          <p:cNvGrpSpPr/>
          <p:nvPr/>
        </p:nvGrpSpPr>
        <p:grpSpPr>
          <a:xfrm>
            <a:off x="4981680" y="3352680"/>
            <a:ext cx="8324280" cy="6265440"/>
            <a:chOff x="4981680" y="3352680"/>
            <a:chExt cx="8324280" cy="6265440"/>
          </a:xfrm>
        </p:grpSpPr>
        <p:pic>
          <p:nvPicPr>
            <p:cNvPr id="56" name="object 7" descr=""/>
            <p:cNvPicPr/>
            <p:nvPr/>
          </p:nvPicPr>
          <p:blipFill>
            <a:blip r:embed="rId2"/>
            <a:stretch/>
          </p:blipFill>
          <p:spPr>
            <a:xfrm>
              <a:off x="9296280" y="3352680"/>
              <a:ext cx="4009680" cy="6265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7" name="object 8" descr=""/>
            <p:cNvPicPr/>
            <p:nvPr/>
          </p:nvPicPr>
          <p:blipFill>
            <a:blip r:embed="rId3"/>
            <a:stretch/>
          </p:blipFill>
          <p:spPr>
            <a:xfrm>
              <a:off x="4981680" y="3352680"/>
              <a:ext cx="4009680" cy="62654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2"/>
          <p:cNvSpPr/>
          <p:nvPr/>
        </p:nvSpPr>
        <p:spPr>
          <a:xfrm>
            <a:off x="5000760" y="5147640"/>
            <a:ext cx="13286880" cy="18720"/>
          </a:xfrm>
          <a:custGeom>
            <a:avLst/>
            <a:gdLst>
              <a:gd name="textAreaLeft" fmla="*/ 0 w 13286880"/>
              <a:gd name="textAreaRight" fmla="*/ 13287240 w 1328688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3287375" h="19050">
                <a:moveTo>
                  <a:pt x="13287374" y="19049"/>
                </a:moveTo>
                <a:lnTo>
                  <a:pt x="0" y="19049"/>
                </a:lnTo>
                <a:lnTo>
                  <a:pt x="0" y="0"/>
                </a:lnTo>
                <a:lnTo>
                  <a:pt x="13287374" y="0"/>
                </a:lnTo>
                <a:lnTo>
                  <a:pt x="13287374" y="19049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1253844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0" spc="-289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Week-</a:t>
            </a:r>
            <a:r>
              <a:rPr b="0" lang="en-US" sz="8000" spc="-26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Wise</a:t>
            </a:r>
            <a:r>
              <a:rPr b="0" lang="en-US" sz="8000" spc="-445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45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Breakdown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object 4"/>
          <p:cNvSpPr/>
          <p:nvPr/>
        </p:nvSpPr>
        <p:spPr>
          <a:xfrm>
            <a:off x="4664160" y="3814560"/>
            <a:ext cx="162576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600" spc="176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HTML/CSS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 5"/>
          <p:cNvSpPr/>
          <p:nvPr/>
        </p:nvSpPr>
        <p:spPr>
          <a:xfrm>
            <a:off x="4664160" y="5957640"/>
            <a:ext cx="2847600" cy="22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3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Covered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fundamental </a:t>
            </a:r>
            <a:r>
              <a:rPr b="0" lang="en-US" sz="2100" spc="18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concepts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of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HTML5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8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CSS3,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focusing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on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responsive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design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techniques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for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modern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web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applications.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bject 6"/>
          <p:cNvSpPr/>
          <p:nvPr/>
        </p:nvSpPr>
        <p:spPr>
          <a:xfrm>
            <a:off x="8978760" y="3814560"/>
            <a:ext cx="185184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600" spc="159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JAVASCRIPT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object 7"/>
          <p:cNvSpPr/>
          <p:nvPr/>
        </p:nvSpPr>
        <p:spPr>
          <a:xfrm>
            <a:off x="8978760" y="5957640"/>
            <a:ext cx="2857680" cy="22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Explored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JavaScript </a:t>
            </a:r>
            <a:r>
              <a:rPr b="0" lang="en-US" sz="2100" spc="18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basics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including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9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ES6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features,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DOM </a:t>
            </a:r>
            <a:r>
              <a:rPr b="0" lang="en-US" sz="2100" spc="7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manipulation,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event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handling </a:t>
            </a:r>
            <a:r>
              <a:rPr b="0" lang="en-US" sz="2100" spc="2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for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interactive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web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design.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bject 8"/>
          <p:cNvSpPr/>
          <p:nvPr/>
        </p:nvSpPr>
        <p:spPr>
          <a:xfrm>
            <a:off x="13293720" y="3814560"/>
            <a:ext cx="164952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600" spc="105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API </a:t>
            </a:r>
            <a:r>
              <a:rPr b="0" lang="en-US" sz="2600" spc="181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USAGE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9"/>
          <p:cNvSpPr/>
          <p:nvPr/>
        </p:nvSpPr>
        <p:spPr>
          <a:xfrm>
            <a:off x="13293720" y="5957640"/>
            <a:ext cx="2887560" cy="22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Learned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to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6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utilize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the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Fetch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API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for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6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accessing </a:t>
            </a: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external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data,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ensuring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efficient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integration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6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of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various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APIs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into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projects.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 10"/>
          <p:cNvSpPr/>
          <p:nvPr/>
        </p:nvSpPr>
        <p:spPr>
          <a:xfrm>
            <a:off x="4676760" y="4752360"/>
            <a:ext cx="796680" cy="776160"/>
          </a:xfrm>
          <a:custGeom>
            <a:avLst/>
            <a:gdLst>
              <a:gd name="textAreaLeft" fmla="*/ 0 w 796680"/>
              <a:gd name="textAreaRight" fmla="*/ 797040 w 796680"/>
              <a:gd name="textAreaTop" fmla="*/ 0 h 776160"/>
              <a:gd name="textAreaBottom" fmla="*/ 776520 h 776160"/>
            </a:gdLst>
            <a:ahLst/>
            <a:cxnLst/>
            <a:rect l="textAreaLeft" t="textAreaTop" r="textAreaRight" b="textAreaBottom"/>
            <a:pathLst>
              <a:path w="796925" h="776604">
                <a:moveTo>
                  <a:pt x="504580" y="188848"/>
                </a:moveTo>
                <a:lnTo>
                  <a:pt x="292125" y="188848"/>
                </a:lnTo>
                <a:lnTo>
                  <a:pt x="398352" y="0"/>
                </a:lnTo>
                <a:lnTo>
                  <a:pt x="504580" y="188848"/>
                </a:lnTo>
                <a:close/>
              </a:path>
              <a:path w="796925" h="776604">
                <a:moveTo>
                  <a:pt x="221307" y="776050"/>
                </a:moveTo>
                <a:lnTo>
                  <a:pt x="208028" y="560644"/>
                </a:lnTo>
                <a:lnTo>
                  <a:pt x="0" y="500154"/>
                </a:lnTo>
                <a:lnTo>
                  <a:pt x="160816" y="354091"/>
                </a:lnTo>
                <a:lnTo>
                  <a:pt x="78195" y="153439"/>
                </a:lnTo>
                <a:lnTo>
                  <a:pt x="292125" y="188848"/>
                </a:lnTo>
                <a:lnTo>
                  <a:pt x="703930" y="188848"/>
                </a:lnTo>
                <a:lnTo>
                  <a:pt x="635889" y="354091"/>
                </a:lnTo>
                <a:lnTo>
                  <a:pt x="796705" y="500154"/>
                </a:lnTo>
                <a:lnTo>
                  <a:pt x="588677" y="560644"/>
                </a:lnTo>
                <a:lnTo>
                  <a:pt x="583038" y="652118"/>
                </a:lnTo>
                <a:lnTo>
                  <a:pt x="398352" y="652118"/>
                </a:lnTo>
                <a:lnTo>
                  <a:pt x="221307" y="776050"/>
                </a:lnTo>
                <a:close/>
              </a:path>
              <a:path w="796925" h="776604">
                <a:moveTo>
                  <a:pt x="703930" y="188848"/>
                </a:moveTo>
                <a:lnTo>
                  <a:pt x="504580" y="188848"/>
                </a:lnTo>
                <a:lnTo>
                  <a:pt x="718510" y="153439"/>
                </a:lnTo>
                <a:lnTo>
                  <a:pt x="703930" y="188848"/>
                </a:lnTo>
                <a:close/>
              </a:path>
              <a:path w="796925" h="776604">
                <a:moveTo>
                  <a:pt x="575398" y="776050"/>
                </a:moveTo>
                <a:lnTo>
                  <a:pt x="398352" y="652118"/>
                </a:lnTo>
                <a:lnTo>
                  <a:pt x="583038" y="652118"/>
                </a:lnTo>
                <a:lnTo>
                  <a:pt x="575398" y="776050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 11"/>
          <p:cNvSpPr/>
          <p:nvPr/>
        </p:nvSpPr>
        <p:spPr>
          <a:xfrm>
            <a:off x="8991720" y="4766040"/>
            <a:ext cx="796680" cy="776160"/>
          </a:xfrm>
          <a:custGeom>
            <a:avLst/>
            <a:gdLst>
              <a:gd name="textAreaLeft" fmla="*/ 0 w 796680"/>
              <a:gd name="textAreaRight" fmla="*/ 797040 w 796680"/>
              <a:gd name="textAreaTop" fmla="*/ 0 h 776160"/>
              <a:gd name="textAreaBottom" fmla="*/ 776520 h 776160"/>
            </a:gdLst>
            <a:ahLst/>
            <a:cxnLst/>
            <a:rect l="textAreaLeft" t="textAreaTop" r="textAreaRight" b="textAreaBottom"/>
            <a:pathLst>
              <a:path w="796925" h="776604">
                <a:moveTo>
                  <a:pt x="504580" y="188848"/>
                </a:moveTo>
                <a:lnTo>
                  <a:pt x="292125" y="188848"/>
                </a:lnTo>
                <a:lnTo>
                  <a:pt x="398352" y="0"/>
                </a:lnTo>
                <a:lnTo>
                  <a:pt x="504580" y="188848"/>
                </a:lnTo>
                <a:close/>
              </a:path>
              <a:path w="796925" h="776604">
                <a:moveTo>
                  <a:pt x="221307" y="776050"/>
                </a:moveTo>
                <a:lnTo>
                  <a:pt x="208029" y="560644"/>
                </a:lnTo>
                <a:lnTo>
                  <a:pt x="0" y="500153"/>
                </a:lnTo>
                <a:lnTo>
                  <a:pt x="160816" y="354091"/>
                </a:lnTo>
                <a:lnTo>
                  <a:pt x="78195" y="153439"/>
                </a:lnTo>
                <a:lnTo>
                  <a:pt x="292125" y="188848"/>
                </a:lnTo>
                <a:lnTo>
                  <a:pt x="703930" y="188848"/>
                </a:lnTo>
                <a:lnTo>
                  <a:pt x="635889" y="354091"/>
                </a:lnTo>
                <a:lnTo>
                  <a:pt x="796705" y="500153"/>
                </a:lnTo>
                <a:lnTo>
                  <a:pt x="588677" y="560644"/>
                </a:lnTo>
                <a:lnTo>
                  <a:pt x="583038" y="652118"/>
                </a:lnTo>
                <a:lnTo>
                  <a:pt x="398352" y="652118"/>
                </a:lnTo>
                <a:lnTo>
                  <a:pt x="221307" y="776050"/>
                </a:lnTo>
                <a:close/>
              </a:path>
              <a:path w="796925" h="776604">
                <a:moveTo>
                  <a:pt x="703930" y="188848"/>
                </a:moveTo>
                <a:lnTo>
                  <a:pt x="504580" y="188848"/>
                </a:lnTo>
                <a:lnTo>
                  <a:pt x="718510" y="153439"/>
                </a:lnTo>
                <a:lnTo>
                  <a:pt x="703930" y="188848"/>
                </a:lnTo>
                <a:close/>
              </a:path>
              <a:path w="796925" h="776604">
                <a:moveTo>
                  <a:pt x="575398" y="776050"/>
                </a:moveTo>
                <a:lnTo>
                  <a:pt x="398352" y="652118"/>
                </a:lnTo>
                <a:lnTo>
                  <a:pt x="583038" y="652118"/>
                </a:lnTo>
                <a:lnTo>
                  <a:pt x="575398" y="776050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object 12"/>
          <p:cNvSpPr/>
          <p:nvPr/>
        </p:nvSpPr>
        <p:spPr>
          <a:xfrm>
            <a:off x="13306320" y="4739040"/>
            <a:ext cx="796680" cy="776160"/>
          </a:xfrm>
          <a:custGeom>
            <a:avLst/>
            <a:gdLst>
              <a:gd name="textAreaLeft" fmla="*/ 0 w 796680"/>
              <a:gd name="textAreaRight" fmla="*/ 797040 w 796680"/>
              <a:gd name="textAreaTop" fmla="*/ 0 h 776160"/>
              <a:gd name="textAreaBottom" fmla="*/ 776520 h 776160"/>
            </a:gdLst>
            <a:ahLst/>
            <a:cxnLst/>
            <a:rect l="textAreaLeft" t="textAreaTop" r="textAreaRight" b="textAreaBottom"/>
            <a:pathLst>
              <a:path w="796925" h="776604">
                <a:moveTo>
                  <a:pt x="504581" y="188848"/>
                </a:moveTo>
                <a:lnTo>
                  <a:pt x="292126" y="188848"/>
                </a:lnTo>
                <a:lnTo>
                  <a:pt x="398353" y="0"/>
                </a:lnTo>
                <a:lnTo>
                  <a:pt x="504581" y="188848"/>
                </a:lnTo>
                <a:close/>
              </a:path>
              <a:path w="796925" h="776604">
                <a:moveTo>
                  <a:pt x="221307" y="776050"/>
                </a:moveTo>
                <a:lnTo>
                  <a:pt x="208029" y="560644"/>
                </a:lnTo>
                <a:lnTo>
                  <a:pt x="0" y="500153"/>
                </a:lnTo>
                <a:lnTo>
                  <a:pt x="160816" y="354091"/>
                </a:lnTo>
                <a:lnTo>
                  <a:pt x="78196" y="153439"/>
                </a:lnTo>
                <a:lnTo>
                  <a:pt x="292126" y="188848"/>
                </a:lnTo>
                <a:lnTo>
                  <a:pt x="703930" y="188848"/>
                </a:lnTo>
                <a:lnTo>
                  <a:pt x="635889" y="354091"/>
                </a:lnTo>
                <a:lnTo>
                  <a:pt x="796705" y="500153"/>
                </a:lnTo>
                <a:lnTo>
                  <a:pt x="588676" y="560644"/>
                </a:lnTo>
                <a:lnTo>
                  <a:pt x="583037" y="652118"/>
                </a:lnTo>
                <a:lnTo>
                  <a:pt x="398353" y="652118"/>
                </a:lnTo>
                <a:lnTo>
                  <a:pt x="221307" y="776050"/>
                </a:lnTo>
                <a:close/>
              </a:path>
              <a:path w="796925" h="776604">
                <a:moveTo>
                  <a:pt x="703930" y="188848"/>
                </a:moveTo>
                <a:lnTo>
                  <a:pt x="504581" y="188848"/>
                </a:lnTo>
                <a:lnTo>
                  <a:pt x="718511" y="153439"/>
                </a:lnTo>
                <a:lnTo>
                  <a:pt x="703930" y="188848"/>
                </a:lnTo>
                <a:close/>
              </a:path>
              <a:path w="796925" h="776604">
                <a:moveTo>
                  <a:pt x="575398" y="776050"/>
                </a:moveTo>
                <a:lnTo>
                  <a:pt x="398353" y="652118"/>
                </a:lnTo>
                <a:lnTo>
                  <a:pt x="583037" y="652118"/>
                </a:lnTo>
                <a:lnTo>
                  <a:pt x="575398" y="776050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object 2"/>
          <p:cNvGrpSpPr/>
          <p:nvPr/>
        </p:nvGrpSpPr>
        <p:grpSpPr>
          <a:xfrm>
            <a:off x="4676760" y="4739040"/>
            <a:ext cx="13610880" cy="802800"/>
            <a:chOff x="4676760" y="4739040"/>
            <a:chExt cx="13610880" cy="802800"/>
          </a:xfrm>
        </p:grpSpPr>
        <p:sp>
          <p:nvSpPr>
            <p:cNvPr id="70" name="object 3"/>
            <p:cNvSpPr/>
            <p:nvPr/>
          </p:nvSpPr>
          <p:spPr>
            <a:xfrm>
              <a:off x="5000760" y="5147640"/>
              <a:ext cx="13286880" cy="18720"/>
            </a:xfrm>
            <a:custGeom>
              <a:avLst/>
              <a:gdLst>
                <a:gd name="textAreaLeft" fmla="*/ 0 w 13286880"/>
                <a:gd name="textAreaRight" fmla="*/ 13287240 w 132868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3287375" h="19050">
                  <a:moveTo>
                    <a:pt x="132873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3287374" y="0"/>
                  </a:lnTo>
                  <a:lnTo>
                    <a:pt x="13287374" y="19049"/>
                  </a:lnTo>
                  <a:close/>
                </a:path>
              </a:pathLst>
            </a:custGeom>
            <a:solidFill>
              <a:srgbClr val="dbe7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object 4"/>
            <p:cNvSpPr/>
            <p:nvPr/>
          </p:nvSpPr>
          <p:spPr>
            <a:xfrm>
              <a:off x="4676760" y="4739040"/>
              <a:ext cx="9426240" cy="802800"/>
            </a:xfrm>
            <a:custGeom>
              <a:avLst/>
              <a:gdLst>
                <a:gd name="textAreaLeft" fmla="*/ 0 w 9426240"/>
                <a:gd name="textAreaRight" fmla="*/ 9426600 w 9426240"/>
                <a:gd name="textAreaTop" fmla="*/ 0 h 802800"/>
                <a:gd name="textAreaBottom" fmla="*/ 803160 h 802800"/>
              </a:gdLst>
              <a:ahLst/>
              <a:cxnLst/>
              <a:rect l="textAreaLeft" t="textAreaTop" r="textAreaRight" b="textAreaBottom"/>
              <a:pathLst>
                <a:path w="9426575" h="803275">
                  <a:moveTo>
                    <a:pt x="796709" y="513664"/>
                  </a:moveTo>
                  <a:lnTo>
                    <a:pt x="635889" y="367601"/>
                  </a:lnTo>
                  <a:lnTo>
                    <a:pt x="703935" y="202361"/>
                  </a:lnTo>
                  <a:lnTo>
                    <a:pt x="718515" y="166954"/>
                  </a:lnTo>
                  <a:lnTo>
                    <a:pt x="504583" y="202361"/>
                  </a:lnTo>
                  <a:lnTo>
                    <a:pt x="398360" y="13512"/>
                  </a:lnTo>
                  <a:lnTo>
                    <a:pt x="292138" y="202361"/>
                  </a:lnTo>
                  <a:lnTo>
                    <a:pt x="78206" y="166954"/>
                  </a:lnTo>
                  <a:lnTo>
                    <a:pt x="160820" y="367601"/>
                  </a:lnTo>
                  <a:lnTo>
                    <a:pt x="0" y="513664"/>
                  </a:lnTo>
                  <a:lnTo>
                    <a:pt x="208038" y="574154"/>
                  </a:lnTo>
                  <a:lnTo>
                    <a:pt x="221310" y="789559"/>
                  </a:lnTo>
                  <a:lnTo>
                    <a:pt x="398360" y="665632"/>
                  </a:lnTo>
                  <a:lnTo>
                    <a:pt x="575398" y="789559"/>
                  </a:lnTo>
                  <a:lnTo>
                    <a:pt x="583044" y="665632"/>
                  </a:lnTo>
                  <a:lnTo>
                    <a:pt x="588683" y="574154"/>
                  </a:lnTo>
                  <a:lnTo>
                    <a:pt x="796709" y="513664"/>
                  </a:lnTo>
                  <a:close/>
                </a:path>
                <a:path w="9426575" h="803275">
                  <a:moveTo>
                    <a:pt x="5111534" y="527177"/>
                  </a:moveTo>
                  <a:lnTo>
                    <a:pt x="4950714" y="381114"/>
                  </a:lnTo>
                  <a:lnTo>
                    <a:pt x="5018760" y="215874"/>
                  </a:lnTo>
                  <a:lnTo>
                    <a:pt x="5033340" y="180467"/>
                  </a:lnTo>
                  <a:lnTo>
                    <a:pt x="4819408" y="215874"/>
                  </a:lnTo>
                  <a:lnTo>
                    <a:pt x="4713186" y="27025"/>
                  </a:lnTo>
                  <a:lnTo>
                    <a:pt x="4606950" y="215874"/>
                  </a:lnTo>
                  <a:lnTo>
                    <a:pt x="4393031" y="180467"/>
                  </a:lnTo>
                  <a:lnTo>
                    <a:pt x="4475645" y="381114"/>
                  </a:lnTo>
                  <a:lnTo>
                    <a:pt x="4314825" y="527177"/>
                  </a:lnTo>
                  <a:lnTo>
                    <a:pt x="4522863" y="587667"/>
                  </a:lnTo>
                  <a:lnTo>
                    <a:pt x="4536135" y="803071"/>
                  </a:lnTo>
                  <a:lnTo>
                    <a:pt x="4713186" y="679145"/>
                  </a:lnTo>
                  <a:lnTo>
                    <a:pt x="4890224" y="803071"/>
                  </a:lnTo>
                  <a:lnTo>
                    <a:pt x="4897869" y="679145"/>
                  </a:lnTo>
                  <a:lnTo>
                    <a:pt x="4903508" y="587667"/>
                  </a:lnTo>
                  <a:lnTo>
                    <a:pt x="5111534" y="527177"/>
                  </a:lnTo>
                  <a:close/>
                </a:path>
                <a:path w="9426575" h="803275">
                  <a:moveTo>
                    <a:pt x="9426359" y="500151"/>
                  </a:moveTo>
                  <a:lnTo>
                    <a:pt x="9265539" y="354088"/>
                  </a:lnTo>
                  <a:lnTo>
                    <a:pt x="9333586" y="188849"/>
                  </a:lnTo>
                  <a:lnTo>
                    <a:pt x="9348165" y="153441"/>
                  </a:lnTo>
                  <a:lnTo>
                    <a:pt x="9134234" y="188849"/>
                  </a:lnTo>
                  <a:lnTo>
                    <a:pt x="9028011" y="0"/>
                  </a:lnTo>
                  <a:lnTo>
                    <a:pt x="8921775" y="188849"/>
                  </a:lnTo>
                  <a:lnTo>
                    <a:pt x="8707857" y="153441"/>
                  </a:lnTo>
                  <a:lnTo>
                    <a:pt x="8790470" y="354088"/>
                  </a:lnTo>
                  <a:lnTo>
                    <a:pt x="8629650" y="500151"/>
                  </a:lnTo>
                  <a:lnTo>
                    <a:pt x="8837689" y="560641"/>
                  </a:lnTo>
                  <a:lnTo>
                    <a:pt x="8850960" y="776046"/>
                  </a:lnTo>
                  <a:lnTo>
                    <a:pt x="9028011" y="652119"/>
                  </a:lnTo>
                  <a:lnTo>
                    <a:pt x="9205049" y="776046"/>
                  </a:lnTo>
                  <a:lnTo>
                    <a:pt x="9212694" y="652119"/>
                  </a:lnTo>
                  <a:lnTo>
                    <a:pt x="9218333" y="560641"/>
                  </a:lnTo>
                  <a:lnTo>
                    <a:pt x="9426359" y="500151"/>
                  </a:lnTo>
                  <a:close/>
                </a:path>
              </a:pathLst>
            </a:custGeom>
            <a:solidFill>
              <a:srgbClr val="dbe7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1253844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0" spc="-19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Project</a:t>
            </a:r>
            <a:r>
              <a:rPr b="0" lang="en-US" sz="8000" spc="-261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7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Development</a:t>
            </a:r>
            <a:r>
              <a:rPr b="0" lang="en-US" sz="8000" spc="-261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13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Process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object 6"/>
          <p:cNvSpPr/>
          <p:nvPr/>
        </p:nvSpPr>
        <p:spPr>
          <a:xfrm>
            <a:off x="4664160" y="3814560"/>
            <a:ext cx="211104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60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UI/UX</a:t>
            </a:r>
            <a:r>
              <a:rPr b="0" lang="en-US" sz="2600" spc="306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 </a:t>
            </a:r>
            <a:r>
              <a:rPr b="0" lang="en-US" sz="2600" spc="164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DESIGN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7"/>
          <p:cNvSpPr/>
          <p:nvPr/>
        </p:nvSpPr>
        <p:spPr>
          <a:xfrm>
            <a:off x="4664160" y="5957640"/>
            <a:ext cx="2851560" cy="29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7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Focused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on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designing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interactive </a:t>
            </a:r>
            <a:r>
              <a:rPr b="0" lang="en-US" sz="2100" spc="15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components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ensuring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5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responsive </a:t>
            </a:r>
            <a:r>
              <a:rPr b="1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layout</a:t>
            </a:r>
            <a:r>
              <a:rPr b="1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using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React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 </a:t>
            </a:r>
            <a:r>
              <a:rPr b="0" lang="en-US" sz="2100" spc="6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Tailwind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28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CSS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2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for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optimal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user 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experience.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bject 8"/>
          <p:cNvSpPr/>
          <p:nvPr/>
        </p:nvSpPr>
        <p:spPr>
          <a:xfrm>
            <a:off x="8978760" y="3814560"/>
            <a:ext cx="266076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600" spc="105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API </a:t>
            </a:r>
            <a:r>
              <a:rPr b="0" lang="en-US" sz="2600" spc="113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INTEGRATION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bject 9"/>
          <p:cNvSpPr/>
          <p:nvPr/>
        </p:nvSpPr>
        <p:spPr>
          <a:xfrm>
            <a:off x="8978760" y="5957640"/>
            <a:ext cx="2772720" cy="26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Integrated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backend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APIs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using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Express.js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,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ensuring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seamless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data</a:t>
            </a:r>
            <a:r>
              <a:rPr b="0" lang="en-US" sz="2100" spc="15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flow</a:t>
            </a:r>
            <a:r>
              <a:rPr b="0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between</a:t>
            </a:r>
            <a:r>
              <a:rPr b="0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the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frontend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backend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for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6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dynamic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content 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updates.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bject 10"/>
          <p:cNvSpPr/>
          <p:nvPr/>
        </p:nvSpPr>
        <p:spPr>
          <a:xfrm>
            <a:off x="13293720" y="3296160"/>
            <a:ext cx="1561680" cy="9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5000"/>
              </a:lnSpc>
              <a:spcBef>
                <a:spcPts val="99"/>
              </a:spcBef>
            </a:pPr>
            <a:r>
              <a:rPr b="0" lang="en-US" sz="2600" spc="159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VERSION </a:t>
            </a:r>
            <a:r>
              <a:rPr b="0" lang="en-US" sz="2600" spc="241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CONTROL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bject 11"/>
          <p:cNvSpPr/>
          <p:nvPr/>
        </p:nvSpPr>
        <p:spPr>
          <a:xfrm>
            <a:off x="13293720" y="5957640"/>
            <a:ext cx="2841840" cy="26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Managed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project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files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updates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using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6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Git</a:t>
            </a:r>
            <a:r>
              <a:rPr b="0" lang="en-US" sz="2100" spc="6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,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maintaining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version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control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through </a:t>
            </a:r>
            <a:r>
              <a:rPr b="0" lang="en-US" sz="2100" spc="6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regular </a:t>
            </a:r>
            <a:r>
              <a:rPr b="0" lang="en-US" sz="2100" spc="16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commits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push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operations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to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GitHub </a:t>
            </a:r>
            <a:r>
              <a:rPr b="0" lang="en-US" sz="2100" spc="7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repositories.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object 2" descr=""/>
          <p:cNvPicPr/>
          <p:nvPr/>
        </p:nvPicPr>
        <p:blipFill>
          <a:blip r:embed="rId1"/>
          <a:stretch/>
        </p:blipFill>
        <p:spPr>
          <a:xfrm>
            <a:off x="10734840" y="0"/>
            <a:ext cx="75528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803268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0" spc="-159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Challenges</a:t>
            </a:r>
            <a:r>
              <a:rPr b="0" lang="en-US" sz="8000" spc="-281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6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Faced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object 4"/>
          <p:cNvSpPr/>
          <p:nvPr/>
        </p:nvSpPr>
        <p:spPr>
          <a:xfrm>
            <a:off x="654120" y="2157120"/>
            <a:ext cx="7596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During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the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training,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significant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challenges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arose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backend </a:t>
            </a:r>
            <a:r>
              <a:rPr b="1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integration</a:t>
            </a:r>
            <a:r>
              <a:rPr b="1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UI</a:t>
            </a:r>
            <a:r>
              <a:rPr b="1" lang="en-US" sz="2100" spc="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design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,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impacting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project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timelines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 </a:t>
            </a: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requiring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innovative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problem-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solving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techniques</a:t>
            </a:r>
            <a:r>
              <a:rPr b="0" lang="en-US" sz="2100" spc="10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to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overcome </a:t>
            </a:r>
            <a:r>
              <a:rPr b="0" lang="en-US" sz="2100" spc="15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obstacles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6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effectively.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object 2" descr=""/>
          <p:cNvPicPr/>
          <p:nvPr/>
        </p:nvPicPr>
        <p:blipFill>
          <a:blip r:embed="rId1"/>
          <a:stretch/>
        </p:blipFill>
        <p:spPr>
          <a:xfrm>
            <a:off x="10734840" y="0"/>
            <a:ext cx="75528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54120" y="593640"/>
            <a:ext cx="820656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Key</a:t>
            </a:r>
            <a:r>
              <a:rPr b="0" lang="en-US" sz="8000" spc="-465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 </a:t>
            </a:r>
            <a:r>
              <a:rPr b="0" lang="en-US" sz="8000" spc="-150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Learnings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4" name="object 4"/>
          <p:cNvSpPr/>
          <p:nvPr/>
        </p:nvSpPr>
        <p:spPr>
          <a:xfrm>
            <a:off x="654120" y="2157120"/>
            <a:ext cx="8240760" cy="11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Throughout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this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training,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gained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valuable</a:t>
            </a:r>
            <a:r>
              <a:rPr b="1" lang="en-US" sz="2100" spc="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skills</a:t>
            </a:r>
            <a:r>
              <a:rPr b="1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full</a:t>
            </a:r>
            <a:r>
              <a:rPr b="0" lang="en-US" sz="2100" spc="9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5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stack </a:t>
            </a:r>
            <a:r>
              <a:rPr b="0" lang="en-US" sz="2100" spc="11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development,</a:t>
            </a: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2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enhancing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8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my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1" lang="en-US" sz="2100" spc="1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confidence</a:t>
            </a:r>
            <a:r>
              <a:rPr b="1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5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in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3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real-</a:t>
            </a:r>
            <a:r>
              <a:rPr b="0" lang="en-US" sz="2100" spc="7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world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applications </a:t>
            </a:r>
            <a:r>
              <a:rPr b="0" lang="en-US" sz="2100" spc="14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and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solidifying </a:t>
            </a:r>
            <a:r>
              <a:rPr b="0" lang="en-US" sz="2100" spc="184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my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understanding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85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of</a:t>
            </a:r>
            <a:r>
              <a:rPr b="0" lang="en-US" sz="2100" spc="96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</a:t>
            </a:r>
            <a:r>
              <a:rPr b="0" lang="en-US" sz="2100" spc="113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essential</a:t>
            </a:r>
            <a:r>
              <a:rPr b="0" lang="en-US" sz="2100" spc="91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 technologies.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object 2" descr=""/>
          <p:cNvPicPr/>
          <p:nvPr/>
        </p:nvPicPr>
        <p:blipFill>
          <a:blip r:embed="rId1"/>
          <a:stretch/>
        </p:blipFill>
        <p:spPr>
          <a:xfrm>
            <a:off x="10734840" y="0"/>
            <a:ext cx="755280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object 3"/>
          <p:cNvSpPr/>
          <p:nvPr/>
        </p:nvSpPr>
        <p:spPr>
          <a:xfrm>
            <a:off x="2104920" y="6039000"/>
            <a:ext cx="796680" cy="776160"/>
          </a:xfrm>
          <a:custGeom>
            <a:avLst/>
            <a:gdLst>
              <a:gd name="textAreaLeft" fmla="*/ 0 w 796680"/>
              <a:gd name="textAreaRight" fmla="*/ 797040 w 796680"/>
              <a:gd name="textAreaTop" fmla="*/ 0 h 776160"/>
              <a:gd name="textAreaBottom" fmla="*/ 776520 h 776160"/>
            </a:gdLst>
            <a:ahLst/>
            <a:cxnLst/>
            <a:rect l="textAreaLeft" t="textAreaTop" r="textAreaRight" b="textAreaBottom"/>
            <a:pathLst>
              <a:path w="796925" h="776604">
                <a:moveTo>
                  <a:pt x="504580" y="188848"/>
                </a:moveTo>
                <a:lnTo>
                  <a:pt x="292125" y="188848"/>
                </a:lnTo>
                <a:lnTo>
                  <a:pt x="398352" y="0"/>
                </a:lnTo>
                <a:lnTo>
                  <a:pt x="504580" y="188848"/>
                </a:lnTo>
                <a:close/>
              </a:path>
              <a:path w="796925" h="776604">
                <a:moveTo>
                  <a:pt x="221307" y="776050"/>
                </a:moveTo>
                <a:lnTo>
                  <a:pt x="208028" y="560644"/>
                </a:lnTo>
                <a:lnTo>
                  <a:pt x="0" y="500153"/>
                </a:lnTo>
                <a:lnTo>
                  <a:pt x="160816" y="354091"/>
                </a:lnTo>
                <a:lnTo>
                  <a:pt x="78195" y="153439"/>
                </a:lnTo>
                <a:lnTo>
                  <a:pt x="292125" y="188848"/>
                </a:lnTo>
                <a:lnTo>
                  <a:pt x="703930" y="188848"/>
                </a:lnTo>
                <a:lnTo>
                  <a:pt x="635889" y="354091"/>
                </a:lnTo>
                <a:lnTo>
                  <a:pt x="796705" y="500153"/>
                </a:lnTo>
                <a:lnTo>
                  <a:pt x="588677" y="560644"/>
                </a:lnTo>
                <a:lnTo>
                  <a:pt x="583038" y="652118"/>
                </a:lnTo>
                <a:lnTo>
                  <a:pt x="398352" y="652118"/>
                </a:lnTo>
                <a:lnTo>
                  <a:pt x="221307" y="776050"/>
                </a:lnTo>
                <a:close/>
              </a:path>
              <a:path w="796925" h="776604">
                <a:moveTo>
                  <a:pt x="703930" y="188848"/>
                </a:moveTo>
                <a:lnTo>
                  <a:pt x="504580" y="188848"/>
                </a:lnTo>
                <a:lnTo>
                  <a:pt x="718510" y="153439"/>
                </a:lnTo>
                <a:lnTo>
                  <a:pt x="703930" y="188848"/>
                </a:lnTo>
                <a:close/>
              </a:path>
              <a:path w="796925" h="776604">
                <a:moveTo>
                  <a:pt x="575398" y="776050"/>
                </a:moveTo>
                <a:lnTo>
                  <a:pt x="398352" y="652118"/>
                </a:lnTo>
                <a:lnTo>
                  <a:pt x="583038" y="652118"/>
                </a:lnTo>
                <a:lnTo>
                  <a:pt x="575398" y="776050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bject 4"/>
          <p:cNvSpPr/>
          <p:nvPr/>
        </p:nvSpPr>
        <p:spPr>
          <a:xfrm>
            <a:off x="2104920" y="7829640"/>
            <a:ext cx="796680" cy="776160"/>
          </a:xfrm>
          <a:custGeom>
            <a:avLst/>
            <a:gdLst>
              <a:gd name="textAreaLeft" fmla="*/ 0 w 796680"/>
              <a:gd name="textAreaRight" fmla="*/ 797040 w 796680"/>
              <a:gd name="textAreaTop" fmla="*/ 0 h 776160"/>
              <a:gd name="textAreaBottom" fmla="*/ 776520 h 776160"/>
            </a:gdLst>
            <a:ahLst/>
            <a:cxnLst/>
            <a:rect l="textAreaLeft" t="textAreaTop" r="textAreaRight" b="textAreaBottom"/>
            <a:pathLst>
              <a:path w="796925" h="776604">
                <a:moveTo>
                  <a:pt x="504580" y="188848"/>
                </a:moveTo>
                <a:lnTo>
                  <a:pt x="292125" y="188848"/>
                </a:lnTo>
                <a:lnTo>
                  <a:pt x="398352" y="0"/>
                </a:lnTo>
                <a:lnTo>
                  <a:pt x="504580" y="188848"/>
                </a:lnTo>
                <a:close/>
              </a:path>
              <a:path w="796925" h="776604">
                <a:moveTo>
                  <a:pt x="221307" y="776050"/>
                </a:moveTo>
                <a:lnTo>
                  <a:pt x="208028" y="560644"/>
                </a:lnTo>
                <a:lnTo>
                  <a:pt x="0" y="500153"/>
                </a:lnTo>
                <a:lnTo>
                  <a:pt x="160816" y="354091"/>
                </a:lnTo>
                <a:lnTo>
                  <a:pt x="78195" y="153439"/>
                </a:lnTo>
                <a:lnTo>
                  <a:pt x="292125" y="188848"/>
                </a:lnTo>
                <a:lnTo>
                  <a:pt x="703930" y="188848"/>
                </a:lnTo>
                <a:lnTo>
                  <a:pt x="635889" y="354091"/>
                </a:lnTo>
                <a:lnTo>
                  <a:pt x="796705" y="500153"/>
                </a:lnTo>
                <a:lnTo>
                  <a:pt x="588677" y="560644"/>
                </a:lnTo>
                <a:lnTo>
                  <a:pt x="583038" y="652118"/>
                </a:lnTo>
                <a:lnTo>
                  <a:pt x="398352" y="652118"/>
                </a:lnTo>
                <a:lnTo>
                  <a:pt x="221307" y="776050"/>
                </a:lnTo>
                <a:close/>
              </a:path>
              <a:path w="796925" h="776604">
                <a:moveTo>
                  <a:pt x="703930" y="188848"/>
                </a:moveTo>
                <a:lnTo>
                  <a:pt x="504580" y="188848"/>
                </a:lnTo>
                <a:lnTo>
                  <a:pt x="718510" y="153439"/>
                </a:lnTo>
                <a:lnTo>
                  <a:pt x="703930" y="188848"/>
                </a:lnTo>
                <a:close/>
              </a:path>
              <a:path w="796925" h="776604">
                <a:moveTo>
                  <a:pt x="575398" y="776050"/>
                </a:moveTo>
                <a:lnTo>
                  <a:pt x="398352" y="652118"/>
                </a:lnTo>
                <a:lnTo>
                  <a:pt x="583038" y="652118"/>
                </a:lnTo>
                <a:lnTo>
                  <a:pt x="575398" y="776050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bject 5"/>
          <p:cNvSpPr/>
          <p:nvPr/>
        </p:nvSpPr>
        <p:spPr>
          <a:xfrm>
            <a:off x="2104920" y="4248000"/>
            <a:ext cx="796680" cy="776160"/>
          </a:xfrm>
          <a:custGeom>
            <a:avLst/>
            <a:gdLst>
              <a:gd name="textAreaLeft" fmla="*/ 0 w 796680"/>
              <a:gd name="textAreaRight" fmla="*/ 797040 w 796680"/>
              <a:gd name="textAreaTop" fmla="*/ 0 h 776160"/>
              <a:gd name="textAreaBottom" fmla="*/ 776520 h 776160"/>
            </a:gdLst>
            <a:ahLst/>
            <a:cxnLst/>
            <a:rect l="textAreaLeft" t="textAreaTop" r="textAreaRight" b="textAreaBottom"/>
            <a:pathLst>
              <a:path w="796925" h="776604">
                <a:moveTo>
                  <a:pt x="504580" y="188848"/>
                </a:moveTo>
                <a:lnTo>
                  <a:pt x="292125" y="188848"/>
                </a:lnTo>
                <a:lnTo>
                  <a:pt x="398352" y="0"/>
                </a:lnTo>
                <a:lnTo>
                  <a:pt x="504580" y="188848"/>
                </a:lnTo>
                <a:close/>
              </a:path>
              <a:path w="796925" h="776604">
                <a:moveTo>
                  <a:pt x="221307" y="776050"/>
                </a:moveTo>
                <a:lnTo>
                  <a:pt x="208028" y="560644"/>
                </a:lnTo>
                <a:lnTo>
                  <a:pt x="0" y="500154"/>
                </a:lnTo>
                <a:lnTo>
                  <a:pt x="160816" y="354091"/>
                </a:lnTo>
                <a:lnTo>
                  <a:pt x="78195" y="153439"/>
                </a:lnTo>
                <a:lnTo>
                  <a:pt x="292125" y="188848"/>
                </a:lnTo>
                <a:lnTo>
                  <a:pt x="703930" y="188848"/>
                </a:lnTo>
                <a:lnTo>
                  <a:pt x="635889" y="354091"/>
                </a:lnTo>
                <a:lnTo>
                  <a:pt x="796705" y="500154"/>
                </a:lnTo>
                <a:lnTo>
                  <a:pt x="588677" y="560644"/>
                </a:lnTo>
                <a:lnTo>
                  <a:pt x="583038" y="652118"/>
                </a:lnTo>
                <a:lnTo>
                  <a:pt x="398352" y="652118"/>
                </a:lnTo>
                <a:lnTo>
                  <a:pt x="221307" y="776050"/>
                </a:lnTo>
                <a:close/>
              </a:path>
              <a:path w="796925" h="776604">
                <a:moveTo>
                  <a:pt x="703930" y="188848"/>
                </a:moveTo>
                <a:lnTo>
                  <a:pt x="504580" y="188848"/>
                </a:lnTo>
                <a:lnTo>
                  <a:pt x="718510" y="153439"/>
                </a:lnTo>
                <a:lnTo>
                  <a:pt x="703930" y="188848"/>
                </a:lnTo>
                <a:close/>
              </a:path>
              <a:path w="796925" h="776604">
                <a:moveTo>
                  <a:pt x="575398" y="776050"/>
                </a:moveTo>
                <a:lnTo>
                  <a:pt x="398352" y="652118"/>
                </a:lnTo>
                <a:lnTo>
                  <a:pt x="583038" y="652118"/>
                </a:lnTo>
                <a:lnTo>
                  <a:pt x="575398" y="776050"/>
                </a:lnTo>
                <a:close/>
              </a:path>
            </a:pathLst>
          </a:custGeom>
          <a:solidFill>
            <a:srgbClr val="dbe7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object 6"/>
          <p:cNvSpPr/>
          <p:nvPr/>
        </p:nvSpPr>
        <p:spPr>
          <a:xfrm>
            <a:off x="3530520" y="3990240"/>
            <a:ext cx="4123440" cy="46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31840" bIns="0" anchor="t">
            <a:spAutoFit/>
          </a:bodyPr>
          <a:p>
            <a:pPr marL="12600">
              <a:lnSpc>
                <a:spcPct val="100000"/>
              </a:lnSpc>
              <a:spcBef>
                <a:spcPts val="1826"/>
              </a:spcBef>
            </a:pPr>
            <a:r>
              <a:rPr b="0" lang="en-US" sz="2600" spc="15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ANKITA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95"/>
              </a:spcBef>
            </a:pPr>
            <a:r>
              <a:rPr b="0" lang="en-US" sz="2100" spc="79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ankitatripathi7@gmail.com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39"/>
              </a:spcBef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2600" spc="159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BBD</a:t>
            </a:r>
            <a:r>
              <a:rPr b="0" lang="en-US" sz="2600" spc="99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 </a:t>
            </a:r>
            <a:r>
              <a:rPr b="0" lang="en-US" sz="2600" spc="113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UNIVERSITY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95"/>
              </a:spcBef>
            </a:pPr>
            <a:r>
              <a:rPr b="0" lang="en-US" sz="2100" strike="noStrike" u="none">
                <a:solidFill>
                  <a:srgbClr val="dbe7f5"/>
                </a:solidFill>
                <a:effectLst/>
                <a:uFillTx/>
                <a:latin typeface="Calibri"/>
              </a:rPr>
              <a:t>0-(522)-619622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36"/>
              </a:spcBef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2600" spc="184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SOFTWARE</a:t>
            </a:r>
            <a:r>
              <a:rPr b="0" lang="en-US" sz="2600" spc="111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 </a:t>
            </a:r>
            <a:r>
              <a:rPr b="0" lang="en-US" sz="2600" spc="150" strike="noStrike" u="none">
                <a:solidFill>
                  <a:srgbClr val="7eb8e3"/>
                </a:solidFill>
                <a:effectLst/>
                <a:uFillTx/>
                <a:latin typeface="Calibri"/>
              </a:rPr>
              <a:t>DEVELOPMENT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95"/>
              </a:spcBef>
            </a:pPr>
            <a:r>
              <a:rPr b="0" lang="en-US" sz="2100" spc="74" strike="noStrike" u="sng">
                <a:solidFill>
                  <a:srgbClr val="dbe7f5"/>
                </a:solidFill>
                <a:effectLst/>
                <a:uFillTx/>
                <a:latin typeface="Calibri"/>
              </a:rPr>
              <a:t>info@grastech.in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54120" y="579600"/>
            <a:ext cx="6286680" cy="2707920"/>
          </a:xfrm>
          <a:prstGeom prst="rect">
            <a:avLst/>
          </a:prstGeom>
          <a:noFill/>
          <a:ln w="0">
            <a:noFill/>
          </a:ln>
        </p:spPr>
        <p:txBody>
          <a:bodyPr lIns="0" rIns="0" tIns="256680" bIns="0" anchor="t">
            <a:spAutoFit/>
          </a:bodyPr>
          <a:p>
            <a:pPr marL="12600" indent="0">
              <a:lnSpc>
                <a:spcPts val="9601"/>
              </a:lnSpc>
              <a:spcBef>
                <a:spcPts val="2021"/>
              </a:spcBef>
              <a:buNone/>
            </a:pPr>
            <a:r>
              <a:rPr b="0" lang="en-US" sz="9600" spc="-74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Contact </a:t>
            </a:r>
            <a:r>
              <a:rPr b="0" lang="en-US" sz="9600" spc="-295" strike="noStrike" u="none">
                <a:solidFill>
                  <a:srgbClr val="dbe7f5"/>
                </a:solidFill>
                <a:effectLst/>
                <a:uFillTx/>
                <a:latin typeface="Georgia"/>
              </a:rPr>
              <a:t>Information</a:t>
            </a:r>
            <a:endParaRPr b="0" lang="en-US" sz="9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be7f5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2025-11-12T13:13:25Z</dcterms:created>
  <dc:creator>Rahul Kumar</dc:creator>
  <dc:description/>
  <cp:keywords>DAG4XC8gZ4I BAGmSNzEmCg 0</cp:keywords>
  <dc:language>en-US</dc:language>
  <cp:lastModifiedBy/>
  <dcterms:modified xsi:type="dcterms:W3CDTF">2025-11-12T18:59:49Z</dcterms:modified>
  <cp:revision>1</cp:revision>
  <dc:subject/>
  <dc:title>Presentation - Industrial Training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2025-11-12T00:00:00Z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